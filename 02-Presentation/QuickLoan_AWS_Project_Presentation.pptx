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F2E3D"/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9692640" y="2377440"/>
            <a:ext cx="1371600" cy="13716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10012680" y="3200400"/>
            <a:ext cx="1005840" cy="1005840"/>
          </a:xfrm>
          <a:prstGeom prst="rect">
            <a:avLst/>
          </a:prstGeom>
          <a:solidFill>
            <a:srgbClr val="F2A4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– Scalable Web Application on AWS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VPC · Auto Scaling · Load Balancing · CloudWatch &amp; SNS Monitoring — Verified Live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846320"/>
            <a:ext cx="146304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983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 Nair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9933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95160" y="199339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30449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95160" y="30449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AMI, ASG, ALB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95160" y="4096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SNS + CloudWatch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5148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Load Test Results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5074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95160" y="5148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Cleanup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is a cloud-hosted loan application platform. This deployment goes beyond a basic setup — it includes a fully verified Auto Scaling loop with real CloudWatch alarms and SNS email alerts, tested under live synthetic load.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87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4015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Networking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36850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VPC, public/private subnets, NAT 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422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114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3000" y="43982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(MySQL) in a private subnet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48280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&amp; Available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43000" y="51114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behind an Application Load Balancer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568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871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568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55412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Monitored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43000" y="58247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 + SNS email alerts, load-tested live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1737360"/>
            <a:ext cx="4023360" cy="4480560"/>
          </a:xfrm>
          <a:prstGeom prst="rect">
            <a:avLst/>
          </a:prstGeom>
          <a:solidFill>
            <a:srgbClr val="F5F6F8"/>
          </a:solidFill>
          <a:ln w="12700">
            <a:solidFill>
              <a:srgbClr val="D9DCE1"/>
            </a:solidFill>
            <a:prstDash val="solid"/>
          </a:ln>
        </p:spPr>
      </p:sp>
      <p:pic>
        <p:nvPicPr>
          <p:cNvPr id="24" name="Image 0" descr="/home/claude/quickloan_v2/project/QuickLoan-AWS-Project-ShyamNair/05-Screenshots/08-Testing/01-live-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377440"/>
            <a:ext cx="3749040" cy="22585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26680" y="4754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QuickLoan homepage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Workflow,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pic>
        <p:nvPicPr>
          <p:cNvPr id="6" name="Image 0" descr="/home/claude/quickloan_v2/project/QuickLoan-AWS-Project-ShyamNair/04-Architecture-Diagram/quickloan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45920"/>
            <a:ext cx="896112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pic>
        <p:nvPicPr>
          <p:cNvPr id="6" name="Image 0" descr="/home/claude/quickloan_v2/project/QuickLoan-AWS-Project-ShyamNair/04-Architecture-Diagram/network-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737360"/>
            <a:ext cx="795528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65960"/>
            <a:ext cx="2606040" cy="109728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custom 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965960"/>
            <a:ext cx="2606040" cy="10972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02152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for all server roles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965960"/>
            <a:ext cx="2606040" cy="109728"/>
          </a:xfrm>
          <a:prstGeom prst="rect">
            <a:avLst/>
          </a:prstGeom>
          <a:solidFill>
            <a:srgbClr val="1F7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36792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 storage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196596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06840" y="1965960"/>
            <a:ext cx="2606040" cy="109728"/>
          </a:xfrm>
          <a:prstGeom prst="rect">
            <a:avLst/>
          </a:prstGeom>
          <a:solidFill>
            <a:srgbClr val="7C4DA0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71432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MySQL database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114800"/>
            <a:ext cx="2606040" cy="10972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7512" y="5074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capacity management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4114800"/>
            <a:ext cx="2606040" cy="109728"/>
          </a:xfrm>
          <a:prstGeom prst="rect">
            <a:avLst/>
          </a:prstGeom>
          <a:solidFill>
            <a:srgbClr val="2E5AAC"/>
          </a:solidFill>
          <a:ln/>
        </p:spPr>
      </p:sp>
      <p:sp>
        <p:nvSpPr>
          <p:cNvPr id="28" name="Text 26"/>
          <p:cNvSpPr/>
          <p:nvPr/>
        </p:nvSpPr>
        <p:spPr>
          <a:xfrm>
            <a:off x="3502152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(ALB)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502152" y="5074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distribution &amp; health checks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4114800"/>
            <a:ext cx="2606040" cy="109728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32" name="Text 30"/>
          <p:cNvSpPr/>
          <p:nvPr/>
        </p:nvSpPr>
        <p:spPr>
          <a:xfrm>
            <a:off x="6336792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336792" y="5074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CPU &amp; drives scaling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06840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240">
            <a:solidFill>
              <a:srgbClr val="E3E6EA"/>
            </a:solidFill>
            <a:prstDash val="solid"/>
          </a:ln>
          <a:effectLst>
            <a:outerShdw sx="100000" sy="100000" kx="0" ky="0" algn="bl" rotWithShape="0" blurRad="50800" dist="25400" dir="5400000">
              <a:srgbClr val="CCCCCC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06840" y="4114800"/>
            <a:ext cx="2606040" cy="109728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36" name="Text 34"/>
          <p:cNvSpPr/>
          <p:nvPr/>
        </p:nvSpPr>
        <p:spPr>
          <a:xfrm>
            <a:off x="9171432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171432" y="5074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on every alarm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Deployment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2167128"/>
            <a:ext cx="2240280" cy="0"/>
          </a:xfrm>
          <a:prstGeom prst="line">
            <a:avLst/>
          </a:prstGeom>
          <a:noFill/>
          <a:ln w="19050">
            <a:solidFill>
              <a:srgbClr val="D9DC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65760" y="25146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VPC, subnets, IGW, NAT &amp; route tables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86200" y="2167128"/>
            <a:ext cx="2240280" cy="0"/>
          </a:xfrm>
          <a:prstGeom prst="line">
            <a:avLst/>
          </a:prstGeom>
          <a:noFill/>
          <a:ln w="19050">
            <a:solidFill>
              <a:srgbClr val="D9DC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200400" y="25146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web-sg &amp; db-sg security groups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20840" y="2167128"/>
            <a:ext cx="2240280" cy="0"/>
          </a:xfrm>
          <a:prstGeom prst="line">
            <a:avLst/>
          </a:prstGeom>
          <a:noFill/>
          <a:ln w="19050">
            <a:solidFill>
              <a:srgbClr val="D9DC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035040" y="25146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jump &amp; app server EC2 instances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1920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0" y="25146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 Nginx + PHP-FPM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1560" y="4498848"/>
            <a:ext cx="2240280" cy="0"/>
          </a:xfrm>
          <a:prstGeom prst="line">
            <a:avLst/>
          </a:prstGeom>
          <a:noFill/>
          <a:ln w="19050">
            <a:solidFill>
              <a:srgbClr val="D9DC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65760" y="48463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application code to app server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4251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86200" y="4498848"/>
            <a:ext cx="2240280" cy="0"/>
          </a:xfrm>
          <a:prstGeom prst="line">
            <a:avLst/>
          </a:prstGeom>
          <a:noFill/>
          <a:ln w="19050">
            <a:solidFill>
              <a:srgbClr val="D9DCE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200400" y="48463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static assets to Amazon S3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251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720840" y="4498848"/>
            <a:ext cx="2240280" cy="0"/>
          </a:xfrm>
          <a:prstGeom prst="line">
            <a:avLst/>
          </a:prstGeom>
          <a:noFill/>
          <a:ln w="19050">
            <a:solidFill>
              <a:srgbClr val="D9DCE1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035040" y="48463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RDS &amp; connect app to DB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06840" y="4251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34" name="Text 32"/>
          <p:cNvSpPr/>
          <p:nvPr/>
        </p:nvSpPr>
        <p:spPr>
          <a:xfrm>
            <a:off x="90068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869680" y="48463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custom domain &amp; test end-to-end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AMI, ASG &amp; Load Balancer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AMI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ready-to-run image of the fully configured app server.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063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add or remove app servers based on CPU demand.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traffic across all healthy instances with health checks.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Notifications + CloudWatch Alarms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349240" cy="4206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9DCE1"/>
            </a:solidFill>
            <a:prstDash val="solid"/>
          </a:ln>
        </p:spPr>
      </p:sp>
      <p:pic>
        <p:nvPicPr>
          <p:cNvPr id="7" name="Image 0" descr="/home/claude/quickloan_v2/project/QuickLoan-AWS-Project-ShyamNair/05-Screenshots/12-SNS-Notifications/02-sns-topic-subscri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507492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8463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 with confirmed email subscription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4206240"/>
          </a:xfrm>
          <a:prstGeom prst="rect">
            <a:avLst/>
          </a:prstGeom>
          <a:solidFill>
            <a:srgbClr val="F5F6F8"/>
          </a:solidFill>
          <a:ln w="12700">
            <a:solidFill>
              <a:srgbClr val="D9DCE1"/>
            </a:solidFill>
            <a:prstDash val="solid"/>
          </a:ln>
        </p:spPr>
      </p:sp>
      <p:pic>
        <p:nvPicPr>
          <p:cNvPr id="10" name="Image 1" descr="/home/claude/quickloan_v2/project/QuickLoan-AWS-Project-ShyamNair/05-Screenshots/13-CloudWatch-Alarms/02-cloudwatch-alarms-in-alarm-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07492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48463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 firing during the load test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— Load Test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2996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stress-ng loads all CPU cores on an app server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02996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 moves OK -&gt; In alarm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11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40156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emails the team instantly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2918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611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340156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launches a new instance from the AMI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983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77316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instance registers healthy in the ALB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1F2E3D"/>
          </a:solidFill>
          <a:ln w="12700">
            <a:solidFill>
              <a:srgbClr val="2C3D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477316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stops -&gt; alarm clears -&gt; ASG scales back 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3A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0756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 a private subnet / RDS, no public access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3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20756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Security Groups — least privilege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3A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4472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jump host for all administrative SSH access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3A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34472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 pairs per server role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3A3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8188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root file permissions locked to what Nginx requires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17920" y="47091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3A3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5160" y="4818888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isolated, ready for AWS Secrets Manager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Guide — Delete In Order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9385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9385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topic &amp; subscription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59368" y="19385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(scale to 0 first)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" y="2990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&amp; Target Group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2990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2971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59368" y="29900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+ snapshot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9848" y="4041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4041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24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59368" y="4041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(empty first)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69848" y="5093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29768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64608" y="5093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(db-sg, then web-sg)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9244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222E"/>
          </a:solidFill>
          <a:ln/>
        </p:spPr>
      </p:sp>
      <p:sp>
        <p:nvSpPr>
          <p:cNvPr id="40" name="Text 38"/>
          <p:cNvSpPr/>
          <p:nvPr/>
        </p:nvSpPr>
        <p:spPr>
          <a:xfrm>
            <a:off x="80924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659368" y="50932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Gateway, Route Tables, IGW, Subnets, VPC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narrated 21-step guide with exact console navigation: Documentation, Section 11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6576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on AWS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scalable, actively-monitored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QuickLoan combines a segmented VPC, role-based EC2 instances, decoupled S3 storage, a managed RDS tier, and Auto Scaling with a Load Balancer — all verified live with CloudWatch alarms and SNS alerts under real load, plus a complete, ordered teardown procedure.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5212080"/>
            <a:ext cx="146304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Shyam Nair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2026-08-28T18:24:09Z</dcterms:created>
  <dcterms:modified xsi:type="dcterms:W3CDTF">2026-08-28T18:24:09Z</dcterms:modified>
</cp:coreProperties>
</file>